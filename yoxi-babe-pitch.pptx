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C9F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 和泰 AI 黑客松 · 提案簡報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70432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Yoxi babe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9F2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不搭車，也打開 yoxi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9C6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打造高頻互動的 AI 出行夥伴——把叫車 App 的中心，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9C6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從一顆按鈕換成一隻活著的車車。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822192"/>
            <a:ext cx="3291840" cy="475488"/>
          </a:xfrm>
          <a:prstGeom prst="roundRect">
            <a:avLst>
              <a:gd name="adj" fmla="val 17308"/>
            </a:avLst>
          </a:prstGeom>
          <a:solidFill>
            <a:srgbClr val="2431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76656" y="3822192"/>
            <a:ext cx="3035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7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「還醒著喔。蕉綠是不是。」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幸運貴氣馬麻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29984" y="393192"/>
            <a:ext cx="2031084" cy="4416552"/>
          </a:xfrm>
          <a:prstGeom prst="roundRect">
            <a:avLst>
              <a:gd name="adj" fmla="val 5853"/>
            </a:avLst>
          </a:prstGeom>
          <a:solidFill>
            <a:srgbClr val="17211B"/>
          </a:solidFill>
          <a:ln/>
          <a:effectLst>
            <a:outerShdw sx="100000" sy="100000" kx="0" ky="0" algn="bl" rotWithShape="0" blurRad="114300" dist="38100" dir="5400000">
              <a:srgbClr val="A9B4A6">
                <a:alpha val="50000"/>
              </a:srgbClr>
            </a:outerShdw>
          </a:effectLst>
        </p:spPr>
      </p:sp>
      <p:pic>
        <p:nvPicPr>
          <p:cNvPr id="10" name="Image 0" descr="/tmp/claude-0/-home-user-smart-discipline/0700c84a-94c7-56aa-b02e-7fcd634dafe1/scratchpad/r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384048"/>
            <a:ext cx="2049372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4632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提案摘要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937760" y="38404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本頁不計入 15 頁限制 · 欄位名稱與順序依規定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" y="749808"/>
          <a:ext cx="8174736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254496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B2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團隊名稱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B2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幸運貴氣馬麻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B2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產品/服務名稱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B2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Yoxi babe——住在 yoxi App 裡的養成型車車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B2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企業挑戰題目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B2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不搭車，也打開 yoxi —— 打造高頻互動的 AI 出行夥伴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B2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目標對象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B2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20–35 歲、雙北無自有車的年輕族群——一週最多叫一次車，但每天都會打開手機找樂子的人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B2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解決方案設計重點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B2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(至多3項)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B2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 把叫車 App 養成車車 IP：10 種個性 × 17 款造型，每台的台詞都對得上名字的人設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B2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 不搭車也有的日常循環：它每天自己發生一件事、會八卦、會心碎、會情勒你買掛件，連續打開它會記得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B2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 行程資料讀心術＋靜音表：真實行程長出「它認識你」的台詞；落點是醫院、殯儀館的那天自動收起玩笑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B2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運用到的 AI 技術、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B2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服務或模型等資源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B2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Claude API（人設 prompt＋口頭禪庫離線生成內容池）、地點類型 embedding 分類、行程訊號規則引擎與異常軌跡偵測；原型階段以確定性規則系統模擬全部行為（Claude Code 開發）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B2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預期效益簡述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B2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無叫車需求的 D7 回訪從趨近 0 建立成可量測的留存曲線；盲盒約會創造增量行程；造型與掛件成為聯名廣告新版位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E8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YOXI BABE · 幸運貴氣馬麻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提案概述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522208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8A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E8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53619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叫車 App 是低頻工具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86537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有需求才打開、用完就關。乘客跟著折扣走，平台沒有自己的日常入口。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39572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E8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IDEA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63347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把中心從按鈕換成一隻車車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96265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它有個性、有記憶、有情緒——不搭車的日子，它也在過自己的一天，而你會想看。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49300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E8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73075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讓沒有搭車需求的人每天打開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05993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叫車從目的變成順便：先來看車車，順手叫了車。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77840" y="1325880"/>
            <a:ext cx="3063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806440" y="157276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48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98.5%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5806440" y="230428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兩個月樣本裡只出現一次的乘客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（67 趟 · 66 位乘客中僅 1 位回頭）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806440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資料：2026/2/2–4/4 去識別化行程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577840" y="3703320"/>
            <a:ext cx="3063240" cy="777240"/>
          </a:xfrm>
          <a:prstGeom prst="roundRect">
            <a:avLst>
              <a:gd name="adj" fmla="val 10588"/>
            </a:avLst>
          </a:prstGeom>
          <a:solidFill>
            <a:srgbClr val="17211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705856" y="3703320"/>
            <a:ext cx="2807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4F7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「打開＝有需求。沒需求的日子，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4F7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你想不起我。」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E8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YOXI BABE · 幸運貴氣馬麻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目標對象與痛點分析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522208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8A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07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3E8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目標對象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2615184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67512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雙北無車通勤族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19385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20–35 歲，捷運＋叫車混搭，樣本裡 81% 行程集中在早上十點前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00984" y="1517904"/>
            <a:ext cx="2615184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46557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養成／收集玩家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465576" y="19385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為皮克敏走路、為旅蛙開 App 的人——照顧比玩更留人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99048" y="1517904"/>
            <a:ext cx="2615184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6364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 消費世代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9385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會為聯名造型與限定掛件買單，也會把截圖發到社群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948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三個痛點（皆由行程資料驗證）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054096"/>
            <a:ext cx="2615184" cy="1481328"/>
          </a:xfrm>
          <a:prstGeom prst="roundRect">
            <a:avLst>
              <a:gd name="adj" fmla="val 6173"/>
            </a:avLst>
          </a:prstGeom>
          <a:solidFill>
            <a:srgbClr val="FBEEEA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67512" y="3200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48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低頻天花板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529584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98.5% 乘客兩個月只出現一次——工具做得再好，頻次就是上不去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00984" y="3054096"/>
            <a:ext cx="2615184" cy="1481328"/>
          </a:xfrm>
          <a:prstGeom prst="roundRect">
            <a:avLst>
              <a:gd name="adj" fmla="val 6173"/>
            </a:avLst>
          </a:prstGeom>
          <a:solidFill>
            <a:srgbClr val="FBEEEA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465576" y="3200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48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入口是靜止的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465576" y="3529584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81% 行程擠在晨峰；其餘 22 個小時，App 對使用者不存在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99048" y="3054096"/>
            <a:ext cx="2615184" cy="1481328"/>
          </a:xfrm>
          <a:prstGeom prst="roundRect">
            <a:avLst>
              <a:gd name="adj" fmla="val 6173"/>
            </a:avLst>
          </a:prstGeom>
          <a:solidFill>
            <a:srgbClr val="FBEEEA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263640" y="3200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48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沒有情感壁壘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3529584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補貼戰裡乘客跟著折扣走，平台之間沒有「捨不得換」的理由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E8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YOXI BABE · 幸運貴氣馬麻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解決方案設計｜三層架構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522208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8A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212080" cy="987552"/>
          </a:xfrm>
          <a:prstGeom prst="roundRect">
            <a:avLst>
              <a:gd name="adj" fmla="val 9259"/>
            </a:avLst>
          </a:prstGeom>
          <a:solidFill>
            <a:srgbClr val="EAF4E6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499616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8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 表現層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1481328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台詞 · 九種表情 · 明信片 · 17 款造型
</a:t>
            </a:r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使用者看到的一切都是車車「自己的話」——介面不解釋系統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 flipV="1">
            <a:off x="1481328" y="2359152"/>
            <a:ext cx="0" cy="182880"/>
          </a:xfrm>
          <a:prstGeom prst="line">
            <a:avLst/>
          </a:prstGeom>
          <a:noFill/>
          <a:ln w="25400">
            <a:solidFill>
              <a:srgbClr val="4C9C3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2920" y="2542032"/>
            <a:ext cx="521208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" y="2670048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行為引擎層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2651760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心情 · 親密度 · 記憶 · 靜音表 · 三段式互動
</a:t>
            </a:r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它記得你連續來幾天、多久沒搭車、是不是故意惹它——行為會累積、也會退回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 flipV="1">
            <a:off x="1481328" y="3529584"/>
            <a:ext cx="0" cy="182880"/>
          </a:xfrm>
          <a:prstGeom prst="line">
            <a:avLst/>
          </a:prstGeom>
          <a:noFill/>
          <a:ln w="25400">
            <a:solidFill>
              <a:srgbClr val="4C9C3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2920" y="3712464"/>
            <a:ext cx="521208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31520" y="38404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資料訊號層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377440" y="3822192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行程時間 · 座標 · 地點類型 · 下單間隔
</a:t>
            </a:r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七個訊號餵給上層；統計永遠留在這層，車車只講結論、不講數字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18504" y="1307592"/>
            <a:ext cx="1545150" cy="3364992"/>
          </a:xfrm>
          <a:prstGeom prst="roundRect">
            <a:avLst>
              <a:gd name="adj" fmla="val 7693"/>
            </a:avLst>
          </a:prstGeom>
          <a:solidFill>
            <a:srgbClr val="17211B"/>
          </a:solidFill>
          <a:ln/>
          <a:effectLst>
            <a:outerShdw sx="100000" sy="100000" kx="0" ky="0" algn="bl" rotWithShape="0" blurRad="114300" dist="38100" dir="5400000">
              <a:srgbClr val="A9B4A6">
                <a:alpha val="50000"/>
              </a:srgbClr>
            </a:outerShdw>
          </a:effectLst>
        </p:spPr>
      </p:sp>
      <p:pic>
        <p:nvPicPr>
          <p:cNvPr id="17" name="Image 0" descr="/tmp/claude-0/-home-user-smart-discipline/0700c84a-94c7-56aa-b02e-7fcd634dafe1/scratchpad/r-tal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298448"/>
            <a:ext cx="1563438" cy="338328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053328" y="4791456"/>
            <a:ext cx="2432304" cy="274320"/>
          </a:xfrm>
          <a:prstGeom prst="roundRect">
            <a:avLst>
              <a:gd name="adj" fmla="val 30000"/>
            </a:avLst>
          </a:prstGeom>
          <a:solidFill>
            <a:srgbClr val="17211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181344" y="479145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4F7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說點什麼——六句就夠，紅的會踩雷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E8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YOXI BABE · 幸運貴氣馬麻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解決方案設計｜不搭車的 90 秒日常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522208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8A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042416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371600"/>
            <a:ext cx="10424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45336" y="1764792"/>
            <a:ext cx="164592" cy="0"/>
          </a:xfrm>
          <a:prstGeom prst="line">
            <a:avLst/>
          </a:prstGeom>
          <a:noFill/>
          <a:ln w="22225">
            <a:solidFill>
              <a:srgbClr val="4C9C3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709928" y="1371600"/>
            <a:ext cx="1042416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09928" y="1371600"/>
            <a:ext cx="10424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聽它講今天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自己那件事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52344" y="1764792"/>
            <a:ext cx="164592" cy="0"/>
          </a:xfrm>
          <a:prstGeom prst="line">
            <a:avLst/>
          </a:prstGeom>
          <a:noFill/>
          <a:ln w="22225">
            <a:solidFill>
              <a:srgbClr val="4C9C3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16936" y="1371600"/>
            <a:ext cx="1042416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16936" y="1371600"/>
            <a:ext cx="10424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戳戳 · 哄一下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說點什麼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59352" y="1764792"/>
            <a:ext cx="164592" cy="0"/>
          </a:xfrm>
          <a:prstGeom prst="line">
            <a:avLst/>
          </a:prstGeom>
          <a:noFill/>
          <a:ln w="22225">
            <a:solidFill>
              <a:srgbClr val="4C9C3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23944" y="1371600"/>
            <a:ext cx="1042416" cy="786384"/>
          </a:xfrm>
          <a:prstGeom prst="roundRect">
            <a:avLst>
              <a:gd name="adj" fmla="val 9302"/>
            </a:avLst>
          </a:prstGeom>
          <a:solidFill>
            <a:srgbClr val="EAF4E6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23944" y="1371600"/>
            <a:ext cx="10424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關掉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明天想再看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432304"/>
            <a:ext cx="2340864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30936" y="250545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3E8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車車自己的一天
</a:t>
            </a:r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 則日常，一天只換一則——被鳥大便、跟隔壁對看、幫落葉讓位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90088" y="2432304"/>
            <a:ext cx="2340864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118104" y="250545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3E8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連續來看它
</a:t>
            </a:r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打開就算。第 3／7／14／30 天它會自己提：「你再這樣下去，我會習慣。」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291840"/>
            <a:ext cx="2340864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30936" y="336499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3E8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會生氣，就要哄
</a:t>
            </a:r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真的生氣時「說點什麼」變成「哄一下」；選「那我先走了」它更氣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990088" y="3291840"/>
            <a:ext cx="2340864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118104" y="336499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3E8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隔壁那台 yoxi
</a:t>
            </a:r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則停車場八卦；上一句誇對方收藏，下一句說都是 A 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151376"/>
            <a:ext cx="2340864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30936" y="422452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3E8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三天沒搭會心碎
</a:t>
            </a:r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臉是哭的、按鈕變哄一下（霸總例外：它只說「……沒事」）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990088" y="4151376"/>
            <a:ext cx="2340864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3118104" y="422452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3E8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它會自己要改名
</a:t>
            </a:r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「我想改叫本車最帥，你不要有意見。」泡泡下面直接給好啊／不行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32704" y="1307592"/>
            <a:ext cx="1608533" cy="3502152"/>
          </a:xfrm>
          <a:prstGeom prst="roundRect">
            <a:avLst>
              <a:gd name="adj" fmla="val 7390"/>
            </a:avLst>
          </a:prstGeom>
          <a:solidFill>
            <a:srgbClr val="17211B"/>
          </a:solidFill>
          <a:ln/>
          <a:effectLst>
            <a:outerShdw sx="100000" sy="100000" kx="0" ky="0" algn="bl" rotWithShape="0" blurRad="114300" dist="38100" dir="5400000">
              <a:srgbClr val="A9B4A6">
                <a:alpha val="50000"/>
              </a:srgbClr>
            </a:outerShdw>
          </a:effectLst>
        </p:spPr>
      </p:sp>
      <p:pic>
        <p:nvPicPr>
          <p:cNvPr id="29" name="Image 0" descr="/tmp/claude-0/-home-user-smart-discipline/0700c84a-94c7-56aa-b02e-7fcd634dafe1/scratchpad/r-sooth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298448"/>
            <a:ext cx="1626821" cy="352044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7415784" y="1307592"/>
            <a:ext cx="1608533" cy="3502152"/>
          </a:xfrm>
          <a:prstGeom prst="roundRect">
            <a:avLst>
              <a:gd name="adj" fmla="val 7390"/>
            </a:avLst>
          </a:prstGeom>
          <a:solidFill>
            <a:srgbClr val="17211B"/>
          </a:solidFill>
          <a:ln/>
          <a:effectLst>
            <a:outerShdw sx="100000" sy="100000" kx="0" ky="0" algn="bl" rotWithShape="0" blurRad="114300" dist="38100" dir="5400000">
              <a:srgbClr val="A9B4A6">
                <a:alpha val="50000"/>
              </a:srgbClr>
            </a:outerShdw>
          </a:effectLst>
        </p:spPr>
      </p:sp>
      <p:pic>
        <p:nvPicPr>
          <p:cNvPr id="31" name="Image 1" descr="/tmp/claude-0/-home-user-smart-discipline/0700c84a-94c7-56aa-b02e-7fcd634dafe1/scratchpad/r-brok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298448"/>
            <a:ext cx="1626821" cy="3520440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5623560" y="486460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8A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生氣要哄　·　心碎中（迷因車）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E8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YOXI BABE · 幸運貴氣馬麻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解決方案設計｜個性 × 造型 × 台詞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522208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8A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801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種個性 × 17 款造型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，個性決定語氣，造型決定它是哪一台——每台講的話都對得上自己的名字，不是換色而已。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031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8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財富自由車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75104" y="2103120"/>
            <a:ext cx="3566160" cy="384048"/>
          </a:xfrm>
          <a:prstGeom prst="roundRect">
            <a:avLst>
              <a:gd name="adj" fmla="val 21429"/>
            </a:avLst>
          </a:prstGeom>
          <a:solidFill>
            <a:srgbClr val="1721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03120" y="2103120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4F7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「股價都沒我綠。」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5786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8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7p7p+8+8（貓）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75104" y="2578608"/>
            <a:ext cx="3566160" cy="384048"/>
          </a:xfrm>
          <a:prstGeom prst="roundRect">
            <a:avLst>
              <a:gd name="adj" fmla="val 21429"/>
            </a:avLst>
          </a:prstGeom>
          <a:solidFill>
            <a:srgbClr val="17211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103120" y="2578608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4F7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「別在那邊貓咪咪。」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05409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8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霸總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75104" y="3054096"/>
            <a:ext cx="3566160" cy="384048"/>
          </a:xfrm>
          <a:prstGeom prst="roundRect">
            <a:avLst>
              <a:gd name="adj" fmla="val 21429"/>
            </a:avLst>
          </a:prstGeom>
          <a:solidFill>
            <a:srgbClr val="17211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03120" y="3054096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4F7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「錢不是問題。問題是你還站在外面。」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352958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8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歸剛欸（迷因）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75104" y="3529584"/>
            <a:ext cx="3566160" cy="384048"/>
          </a:xfrm>
          <a:prstGeom prst="roundRect">
            <a:avLst>
              <a:gd name="adj" fmla="val 21429"/>
            </a:avLst>
          </a:prstGeom>
          <a:solidFill>
            <a:srgbClr val="17211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103120" y="3529584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4F7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「是在哈囉。484 想出門？送啦。」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0050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8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茶裡茶氣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75104" y="4005072"/>
            <a:ext cx="3566160" cy="384048"/>
          </a:xfrm>
          <a:prstGeom prst="roundRect">
            <a:avLst>
              <a:gd name="adj" fmla="val 21429"/>
            </a:avLst>
          </a:prstGeom>
          <a:solidFill>
            <a:srgbClr val="17211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103120" y="4005072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4F7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「你上次說要幫我買掛件～我沒有在等喔～真的～」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44805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8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停車場之聲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975104" y="4480560"/>
            <a:ext cx="3566160" cy="384048"/>
          </a:xfrm>
          <a:prstGeom prst="roundRect">
            <a:avLst>
              <a:gd name="adj" fmla="val 21429"/>
            </a:avLst>
          </a:prstGeom>
          <a:solidFill>
            <a:srgbClr val="17211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103120" y="4480560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4F7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「先上車，我路上講。這件事只有我知道。」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486460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A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造型是聯名版位：九尾狐、祥龍、珍奶都能上，公益檔期送「身經百戰」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35624" y="1289304"/>
            <a:ext cx="1650788" cy="3593592"/>
          </a:xfrm>
          <a:prstGeom prst="roundRect">
            <a:avLst>
              <a:gd name="adj" fmla="val 7201"/>
            </a:avLst>
          </a:prstGeom>
          <a:solidFill>
            <a:srgbClr val="17211B"/>
          </a:solidFill>
          <a:ln/>
          <a:effectLst>
            <a:outerShdw sx="100000" sy="100000" kx="0" ky="0" algn="bl" rotWithShape="0" blurRad="114300" dist="38100" dir="5400000">
              <a:srgbClr val="A9B4A6">
                <a:alpha val="50000"/>
              </a:srgbClr>
            </a:outerShdw>
          </a:effectLst>
        </p:spPr>
      </p:sp>
      <p:pic>
        <p:nvPicPr>
          <p:cNvPr id="26" name="Image 0" descr="/tmp/claude-0/-home-user-smart-discipline/0700c84a-94c7-56aa-b02e-7fcd634dafe1/scratchpad/r-ski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280160"/>
            <a:ext cx="1669076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E8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YOXI BABE · 幸運貴氣馬麻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解決方案設計｜行程資料的讀心術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522208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8A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61872"/>
            <a:ext cx="950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
</a:t>
            </a:r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趟樣本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527048" y="1261872"/>
            <a:ext cx="950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7.6 分
</a:t>
            </a:r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下單到上車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2551176" y="1261872"/>
            <a:ext cx="950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81%
</a:t>
            </a:r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十點前出發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3575304" y="1261872"/>
            <a:ext cx="950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48.8 km
</a:t>
            </a:r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最遠一趟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1261872"/>
            <a:ext cx="950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筆
</a:t>
            </a:r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GPS 飄移已濾除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956816"/>
            <a:ext cx="4617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9224" y="1956816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3E8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同人同路線 ×2　</a:t>
            </a:r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通勤認證：「這條路你昨天也走過。慢兩分鐘——不是我，是那個紅燈。」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560320"/>
            <a:ext cx="4617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9224" y="2560320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3E8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趟與趟的間隔　</a:t>
            </a:r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心碎倒數的真實資料源，不用另外埋點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163824"/>
            <a:ext cx="4617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9224" y="3163824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3E8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最遠的一趟　</a:t>
            </a:r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06:23 · 48.8 km → 月底自動變一張 SSR 明信片掉進日誌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767328"/>
            <a:ext cx="4617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9224" y="3767328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3E8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地點類型缺口　</a:t>
            </a:r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落點全是辦公室的人，盲盒就發河堤：「你去過的都是會議室。這張是河堤。」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443984"/>
            <a:ext cx="4617720" cy="566928"/>
          </a:xfrm>
          <a:prstGeom prst="roundRect">
            <a:avLst>
              <a:gd name="adj" fmla="val 16129"/>
            </a:avLst>
          </a:prstGeom>
          <a:solidFill>
            <a:srgbClr val="17211B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67512" y="444398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9F2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靜音表　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4F7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具名落點近三成是醫院、殯儀館、派出所——那天不講笑話、不發盲盒、不問改名。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32704" y="1289304"/>
            <a:ext cx="1608533" cy="3502152"/>
          </a:xfrm>
          <a:prstGeom prst="roundRect">
            <a:avLst>
              <a:gd name="adj" fmla="val 7390"/>
            </a:avLst>
          </a:prstGeom>
          <a:solidFill>
            <a:srgbClr val="17211B"/>
          </a:solidFill>
          <a:ln/>
          <a:effectLst>
            <a:outerShdw sx="100000" sy="100000" kx="0" ky="0" algn="bl" rotWithShape="0" blurRad="114300" dist="38100" dir="5400000">
              <a:srgbClr val="A9B4A6">
                <a:alpha val="50000"/>
              </a:srgbClr>
            </a:outerShdw>
          </a:effectLst>
        </p:spPr>
      </p:sp>
      <p:pic>
        <p:nvPicPr>
          <p:cNvPr id="21" name="Image 0" descr="/tmp/claude-0/-home-user-smart-discipline/0700c84a-94c7-56aa-b02e-7fcd634dafe1/scratchpad/r-qui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280160"/>
            <a:ext cx="1626821" cy="352044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415784" y="1289304"/>
            <a:ext cx="1608533" cy="3502152"/>
          </a:xfrm>
          <a:prstGeom prst="roundRect">
            <a:avLst>
              <a:gd name="adj" fmla="val 7390"/>
            </a:avLst>
          </a:prstGeom>
          <a:solidFill>
            <a:srgbClr val="17211B"/>
          </a:solidFill>
          <a:ln/>
          <a:effectLst>
            <a:outerShdw sx="100000" sy="100000" kx="0" ky="0" algn="bl" rotWithShape="0" blurRad="114300" dist="38100" dir="5400000">
              <a:srgbClr val="A9B4A6">
                <a:alpha val="50000"/>
              </a:srgbClr>
            </a:outerShdw>
          </a:effectLst>
        </p:spPr>
      </p:sp>
      <p:pic>
        <p:nvPicPr>
          <p:cNvPr id="23" name="Image 1" descr="/tmp/claude-0/-home-user-smart-discipline/0700c84a-94c7-56aa-b02e-7fcd634dafe1/scratchpad/r-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280160"/>
            <a:ext cx="1626821" cy="352044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623560" y="484632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8A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靜音日　·　由資料長出的日誌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E8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YOXI BABE · 幸運貴氣馬麻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AI 應用方法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522208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8A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48132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44752"/>
            <a:ext cx="12984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行程資料
</a:t>
            </a:r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 · 座標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地點類型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84248" y="1956816"/>
            <a:ext cx="219456" cy="0"/>
          </a:xfrm>
          <a:prstGeom prst="line">
            <a:avLst/>
          </a:prstGeom>
          <a:noFill/>
          <a:ln w="22225">
            <a:solidFill>
              <a:srgbClr val="4C9C3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203704" y="1371600"/>
            <a:ext cx="148132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95144" y="1444752"/>
            <a:ext cx="12984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訊號抽取
</a:t>
            </a:r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規則引擎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embedding 地點分類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異常軌跡偵測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85032" y="1956816"/>
            <a:ext cx="219456" cy="0"/>
          </a:xfrm>
          <a:prstGeom prst="line">
            <a:avLst/>
          </a:prstGeom>
          <a:noFill/>
          <a:ln w="22225">
            <a:solidFill>
              <a:srgbClr val="4C9C3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904488" y="1371600"/>
            <a:ext cx="1481328" cy="1170432"/>
          </a:xfrm>
          <a:prstGeom prst="roundRect">
            <a:avLst>
              <a:gd name="adj" fmla="val 6250"/>
            </a:avLst>
          </a:prstGeom>
          <a:solidFill>
            <a:srgbClr val="EAF4E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995928" y="1444752"/>
            <a:ext cx="12984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E8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人設引擎
</a:t>
            </a:r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API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人設 prompt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口頭禪庫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85816" y="1956816"/>
            <a:ext cx="219456" cy="0"/>
          </a:xfrm>
          <a:prstGeom prst="line">
            <a:avLst/>
          </a:prstGeom>
          <a:noFill/>
          <a:ln w="22225">
            <a:solidFill>
              <a:srgbClr val="4C9C3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05272" y="1371600"/>
            <a:ext cx="1481328" cy="1170432"/>
          </a:xfrm>
          <a:prstGeom prst="roundRect">
            <a:avLst>
              <a:gd name="adj" fmla="val 6250"/>
            </a:avLst>
          </a:prstGeom>
          <a:solidFill>
            <a:srgbClr val="17211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96712" y="1444752"/>
            <a:ext cx="12984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9F2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守門
</a:t>
            </a:r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4F7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靜音表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4F7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不報數字鐵律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4F7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敏感詞過濾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86600" y="1956816"/>
            <a:ext cx="219456" cy="0"/>
          </a:xfrm>
          <a:prstGeom prst="line">
            <a:avLst/>
          </a:prstGeom>
          <a:noFill/>
          <a:ln w="22225">
            <a:solidFill>
              <a:srgbClr val="4C9C3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06056" y="1371600"/>
            <a:ext cx="148132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97496" y="1444752"/>
            <a:ext cx="12984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
</a:t>
            </a:r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台詞 · 表情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明信片 · 推播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2871216"/>
            <a:ext cx="3986784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67512" y="2962656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內容池離線生成，上線只查表
</a:t>
            </a:r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生成 → 人工審稿 → 進內容池。營運端零幻覺、零即時推論成本，車車永遠不會講出沒審過的話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72584" y="2871216"/>
            <a:ext cx="3986784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837176" y="2962656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人設是 prompt 的一部分，也是驗收標準
</a:t>
            </a:r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每種個性一份人設卡（口頭禪、禁語、句長）；生成後跑自動化檢查：迷因車不能講敬語、霸總單句不超過十個字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913632"/>
            <a:ext cx="3986784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67512" y="4005072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守門層是規則，不是模型
</a:t>
            </a:r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靜音表與敏感過濾用確定性規則實作——該閉嘴的判斷不交給機率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72584" y="3913632"/>
            <a:ext cx="3986784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837176" y="4005072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原型即證明
</a:t>
            </a:r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目前原型以規則系統模擬全部行為，31 支自動化測試可驗證；接上 LLM 只是把內容池變大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E8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YOXI BABE · 幸運貴氣馬麻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獨特優勢與差異化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522208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8A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3986784" cy="1536192"/>
          </a:xfrm>
          <a:prstGeom prst="roundRect">
            <a:avLst>
              <a:gd name="adj" fmla="val 5952"/>
            </a:avLst>
          </a:prstGeom>
          <a:solidFill>
            <a:srgbClr val="EAF4E6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04088" y="151790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8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知道什麼時候閉嘴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1901952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市面上的吉祥物只會賣萌；車車在你去醫院、殯儀館的那天自動收起玩笑。信任感是差異化，不是台詞量。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72584" y="1371600"/>
            <a:ext cx="3986784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73752" y="151790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行為會累積，也會退回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873752" y="1901952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連續天數、心碎倒數、三段式互動（懷疑→講破→配合你演）——它「記得你」，這不是隨機賣萌能模仿的。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072384"/>
            <a:ext cx="3986784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04088" y="321868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個性×造型×台詞三位一體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04088" y="3602736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換造型＝換一個活生生的角色，17 台各有口頭禪。聯名造型直接長出聯名台詞，IP 版位天生可售。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72584" y="3072384"/>
            <a:ext cx="3986784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873752" y="321868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不是概念圖，是可操作原型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873752" y="3602736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完整叫車流程、盲盒、聯名、真實資料 demo 全部能點；31 支自動化測試守著每個機制。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700016"/>
            <a:ext cx="8156448" cy="365760"/>
          </a:xfrm>
          <a:prstGeom prst="roundRect">
            <a:avLst>
              <a:gd name="adj" fmla="val 22500"/>
            </a:avLst>
          </a:prstGeom>
          <a:solidFill>
            <a:srgbClr val="17211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0936" y="4700016"/>
            <a:ext cx="7900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7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「會耍嘴皮的寵物很多，知道什麼時候不耍的，才讓人放心把日常交給它。」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E8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YOXI BABE · 幸運貴氣馬麻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預期效益與落地評估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522208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8A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252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8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北極星指標：沒有叫車需求的 D7 回訪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36192"/>
          <a:ext cx="42062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554480"/>
                <a:gridCol w="14173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8A59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指標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8A59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現況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8A59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目標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B2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無叫車 D7 回訪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B2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趨近 0（工具型使用）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B2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建立可量測的留存曲線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B2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DAU / MAU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B2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低頻：98.5% 乘客兩個月僅一次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B2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車車日常帶動天天打開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B2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盲盒 → 成行轉換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B2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—（新機制）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B2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約會盲盒創造增量行程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B2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聯名版位營收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B2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B2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造型＋掛件＋活動檔期可售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02920" y="36576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驗證方法：5–8 位「平常不搭 yoxi」的人，丟連結不給說明，看前 90 秒；隔天只問一題——「今天有想到它嗎？」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12252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導入時程與資源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120640" y="1572768"/>
            <a:ext cx="3520440" cy="804672"/>
          </a:xfrm>
          <a:prstGeom prst="roundRect">
            <a:avLst>
              <a:gd name="adj" fmla="val 11364"/>
            </a:avLst>
          </a:prstGeom>
          <a:solidFill>
            <a:srgbClr val="EAF4E6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303520" y="165506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3E8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0 · 已完成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可操作原型：完整體驗＋靜音表＋真實資料 demo＋31 支測試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120640" y="2505456"/>
            <a:ext cx="35204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303520" y="258775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 · 4–6 週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內容池擴到 100+／接真實行程 API／50 人封測，量 D7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120640" y="3438144"/>
            <a:ext cx="35204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5303520" y="352044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 · 8–12 週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內容管線上線／聯名檔期開賣／推播策略 A/B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5120640" y="44348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67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資源需求：PM ×1 · 工程 ×2 · 文案 ×1 · LLM API 費用（離線生成，量小）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E8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YOXI BABE · 幸運貴氣馬麻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7. 補充資料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522208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8A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120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67512" y="13716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互動原型（可直接操作）
</a:t>
            </a:r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E8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claude.ai/code/artifact/d935b838-0aa7-4d79-a26f-f036ff8982ef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2029968"/>
            <a:ext cx="5120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7512" y="202996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資料提案頁「車車的讀心術」
</a:t>
            </a:r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E8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claude.ai/code/artifact/a9fc41be-e1f6-4e2b-b637-50e7a1e0c1d3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688336"/>
            <a:ext cx="5120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7512" y="268833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程式碼（單一 HTML，零相依）
</a:t>
            </a:r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E8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github.com/royal0721/smart-discipline · branch: claude/yoxi-car-app-prototype-1wwu9c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3346704"/>
            <a:ext cx="5120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67512" y="334670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
</a:t>
            </a:r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E8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2026/2/2–4/4 去識別化行程 67 趟（主辦提供樣本）；統計皆由原始欄位計算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4114800"/>
            <a:ext cx="5120640" cy="841248"/>
          </a:xfrm>
          <a:prstGeom prst="roundRect">
            <a:avLst>
              <a:gd name="adj" fmla="val 10870"/>
            </a:avLst>
          </a:prstGeom>
          <a:solidFill>
            <a:srgbClr val="EAF4E6"/>
          </a:solidFill>
          <a:ln/>
          <a:effectLst>
            <a:outerShdw sx="100000" sy="100000" kx="0" ky="0" algn="bl" rotWithShape="0" blurRad="76200" dist="25400" dir="5400000">
              <a:srgbClr val="D8DED4">
                <a:alpha val="4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85800" y="4114800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3E8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 demo 三步：</a:t>
            </a:r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F2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開原型 → 模擬面板按「載入真實乘客」（通勤台詞＋去過的章＋最遠一趟明信片）→ 按「模擬去了醫院」看靜音日。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72784" y="1307592"/>
            <a:ext cx="1608533" cy="3502152"/>
          </a:xfrm>
          <a:prstGeom prst="roundRect">
            <a:avLst>
              <a:gd name="adj" fmla="val 7390"/>
            </a:avLst>
          </a:prstGeom>
          <a:solidFill>
            <a:srgbClr val="17211B"/>
          </a:solidFill>
          <a:ln/>
          <a:effectLst>
            <a:outerShdw sx="100000" sy="100000" kx="0" ky="0" algn="bl" rotWithShape="0" blurRad="114300" dist="38100" dir="5400000">
              <a:srgbClr val="A9B4A6">
                <a:alpha val="50000"/>
              </a:srgbClr>
            </a:outerShdw>
          </a:effectLst>
        </p:spPr>
      </p:sp>
      <p:pic>
        <p:nvPicPr>
          <p:cNvPr id="16" name="Image 0" descr="/tmp/claude-0/-home-user-smart-discipline/0700c84a-94c7-56aa-b02e-7fcd634dafe1/scratchpad/r-di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298448"/>
            <a:ext cx="1626821" cy="352044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035040" y="48646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8A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日誌：一天結算成一頁日記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「養一台會等你的車。」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48716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F2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不搭車的日子，它也在過自己的一天——而你會想看。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06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B9C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幸運貴氣馬麻 · Yoxi babe · 2026 和泰 AI 黑客松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2026-08-30T13:44:10Z</dcterms:created>
  <dcterms:modified xsi:type="dcterms:W3CDTF">2026-08-30T13:44:10Z</dcterms:modified>
</cp:coreProperties>
</file>